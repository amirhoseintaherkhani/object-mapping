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3" r:id="rId4"/>
    <p:sldId id="260" r:id="rId5"/>
    <p:sldId id="259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96"/>
  </p:normalViewPr>
  <p:slideViewPr>
    <p:cSldViewPr snapToGrid="0" snapToObjects="1">
      <p:cViewPr varScale="1">
        <p:scale>
          <a:sx n="194" d="100"/>
          <a:sy n="194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CC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weaknesses, priority order, and path to a </a:t>
            </a:r>
            <a:r>
              <a:rPr lang="en-US" sz="2200" b="0" dirty="0">
                <a:solidFill>
                  <a:srgbClr val="CC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2200" b="0" dirty="0">
                <a:solidFill>
                  <a:srgbClr val="CCD1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Limitations — Priority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08037" y="1728479"/>
            <a:ext cx="7335922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1908" y="1775758"/>
            <a:ext cx="89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8316" y="1792487"/>
            <a:ext cx="2104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4549" y="1823876"/>
            <a:ext cx="3173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</a:t>
            </a:r>
            <a:endParaRPr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08037" y="2203967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82513" y="2291669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316" y="2267975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too small (YOLOv8s)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549" y="2299364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capacity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08037" y="2688862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82513" y="2776564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38316" y="2752870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Tracker is IoU-only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4549" y="2784259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switches on crossing paths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08037" y="3173757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82513" y="3261459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38316" y="3237765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 weak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4549" y="3269154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Resolved by #2; add class weighting if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8037" y="3658652"/>
            <a:ext cx="7335922" cy="475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82513" y="3736947"/>
            <a:ext cx="256032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13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38316" y="3713253"/>
            <a:ext cx="21046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two classes</a:t>
            </a:r>
            <a:endParaRPr sz="1250" b="0" dirty="0">
              <a:solidFill>
                <a:srgbClr val="1A23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4549" y="3744642"/>
            <a:ext cx="31736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dirty="0">
                <a:solidFill>
                  <a:srgbClr val="1A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detecting cyclists, scooters, etc.</a:t>
            </a:r>
            <a:endParaRPr sz="1250" b="0" dirty="0">
              <a:solidFill>
                <a:srgbClr val="1A23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1E231-23E3-59C6-1B02-533145D2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E38F24-C640-471B-6CE3-D58C4DDB8BB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B7C4F-6AED-A423-7CF1-AB85BDDB58B6}"/>
              </a:ext>
            </a:extLst>
          </p:cNvPr>
          <p:cNvSpPr txBox="1"/>
          <p:nvPr/>
        </p:nvSpPr>
        <p:spPr>
          <a:xfrm>
            <a:off x="333692" y="17663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m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endParaRPr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C2008B-1046-14DB-BE46-BB132BD5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74311"/>
              </p:ext>
            </p:extLst>
          </p:nvPr>
        </p:nvGraphicFramePr>
        <p:xfrm>
          <a:off x="2031470" y="1433877"/>
          <a:ext cx="8125884" cy="70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063615431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424683372"/>
                    </a:ext>
                  </a:extLst>
                </a:gridCol>
              </a:tblGrid>
              <a:tr h="33156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11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26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1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Deploying on a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GPU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Jetson hardware.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Deploying on a </a:t>
                      </a:r>
                      <a:r>
                        <a:rPr lang="en-US" sz="1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Raspberry Pi or CPU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570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E45C79-B96C-2C6F-F8C7-F923DA56C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63932"/>
              </p:ext>
            </p:extLst>
          </p:nvPr>
        </p:nvGraphicFramePr>
        <p:xfrm>
          <a:off x="2045122" y="2851197"/>
          <a:ext cx="812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497011166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243194349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827243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scale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11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26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81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093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1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72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7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56.92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71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501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Tracker</a:t>
            </a:r>
            <a:r>
              <a:rPr lang="en-US" sz="2400" b="1" dirty="0">
                <a:solidFill>
                  <a:srgbClr val="FFFFFF"/>
                </a:solidFill>
              </a:rPr>
              <a:t> algorithms</a:t>
            </a:r>
            <a:endParaRPr sz="2400" b="1" dirty="0">
              <a:solidFill>
                <a:srgbClr val="FFFFFF"/>
              </a:solidFill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3278A10-D29C-6257-5C0F-C33698E95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81901"/>
              </p:ext>
            </p:extLst>
          </p:nvPr>
        </p:nvGraphicFramePr>
        <p:xfrm>
          <a:off x="1664339" y="1492101"/>
          <a:ext cx="8183551" cy="32708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5599">
                  <a:extLst>
                    <a:ext uri="{9D8B030D-6E8A-4147-A177-3AD203B41FA5}">
                      <a16:colId xmlns:a16="http://schemas.microsoft.com/office/drawing/2014/main" val="722453611"/>
                    </a:ext>
                  </a:extLst>
                </a:gridCol>
                <a:gridCol w="2241089">
                  <a:extLst>
                    <a:ext uri="{9D8B030D-6E8A-4147-A177-3AD203B41FA5}">
                      <a16:colId xmlns:a16="http://schemas.microsoft.com/office/drawing/2014/main" val="218411930"/>
                    </a:ext>
                  </a:extLst>
                </a:gridCol>
                <a:gridCol w="3176863">
                  <a:extLst>
                    <a:ext uri="{9D8B030D-6E8A-4147-A177-3AD203B41FA5}">
                      <a16:colId xmlns:a16="http://schemas.microsoft.com/office/drawing/2014/main" val="1351102178"/>
                    </a:ext>
                  </a:extLst>
                </a:gridCol>
              </a:tblGrid>
              <a:tr h="22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ByteTrack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BoT-SORT</a:t>
                      </a:r>
                    </a:p>
                  </a:txBody>
                  <a:tcPr marL="75433" marR="75433" marT="37716" marB="377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360385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approach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Motion-only (Kalman filter)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+ appearance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ReID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embeddings)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877196389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motion compensation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787175098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Appearance/ReID matching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3745010551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Faster, lighter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Slower, heavier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006176518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 with to crossing objects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well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266198846"/>
                  </a:ext>
                </a:extLst>
              </a:tr>
              <a:tr h="57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suited for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camera, speed-critical, </a:t>
                      </a:r>
                      <a:r>
                        <a:rPr lang="en-US" sz="14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visually similar objects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Moving camera, </a:t>
                      </a:r>
                      <a:r>
                        <a:rPr lang="en-US" sz="14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higher ID accuracy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can afford compute cost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148689507"/>
                  </a:ext>
                </a:extLst>
              </a:tr>
              <a:tr h="40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to run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complex, more moving parts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1105874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12" y="136005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VisDrone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12" y="167932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Diverse drone overhead, multi-city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12" y="199860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Stanford Drone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12" y="231788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Fixed overhead — closest to our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12" y="263716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UA-DETRAC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12" y="295644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140k+ frames, 100+ real intersections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32" y="327571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COWC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12" y="359499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Aerial cars, 6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12" y="391427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CrowdHuman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12" y="42335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Dense, occluded pedestrians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12" y="455283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✓  WiderPerson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12" y="487210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 Overhead + elevated pedestrian scenes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258</Words>
  <Application>Microsoft Macintosh PowerPoint</Application>
  <PresentationFormat>Custom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 Taherkhani</cp:lastModifiedBy>
  <cp:revision>20</cp:revision>
  <dcterms:created xsi:type="dcterms:W3CDTF">2013-01-27T09:14:16Z</dcterms:created>
  <dcterms:modified xsi:type="dcterms:W3CDTF">2026-07-01T20:16:44Z</dcterms:modified>
  <cp:category/>
</cp:coreProperties>
</file>